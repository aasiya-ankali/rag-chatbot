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239EE9-6059-48B6-B2EF-A2EC821A589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DDA38F3-20F4-4B7E-9119-5C44C374BF2A}">
      <dgm:prSet/>
      <dgm:spPr/>
      <dgm:t>
        <a:bodyPr/>
        <a:lstStyle/>
        <a:p>
          <a:r>
            <a:rPr lang="en-US"/>
            <a:t>1. Problem Statement</a:t>
          </a:r>
        </a:p>
      </dgm:t>
    </dgm:pt>
    <dgm:pt modelId="{385638D6-455A-4E7C-AB26-C2706156E6AE}" type="parTrans" cxnId="{84769D95-7EC7-4C44-B7AE-D78EC7A07793}">
      <dgm:prSet/>
      <dgm:spPr/>
      <dgm:t>
        <a:bodyPr/>
        <a:lstStyle/>
        <a:p>
          <a:endParaRPr lang="en-US"/>
        </a:p>
      </dgm:t>
    </dgm:pt>
    <dgm:pt modelId="{195663F4-FDB0-46BC-BE73-62236E922CCC}" type="sibTrans" cxnId="{84769D95-7EC7-4C44-B7AE-D78EC7A07793}">
      <dgm:prSet/>
      <dgm:spPr/>
      <dgm:t>
        <a:bodyPr/>
        <a:lstStyle/>
        <a:p>
          <a:endParaRPr lang="en-US"/>
        </a:p>
      </dgm:t>
    </dgm:pt>
    <dgm:pt modelId="{7A594FAE-922B-4D11-BA10-BCF227B3E292}">
      <dgm:prSet/>
      <dgm:spPr/>
      <dgm:t>
        <a:bodyPr/>
        <a:lstStyle/>
        <a:p>
          <a:r>
            <a:rPr lang="en-US"/>
            <a:t>2. Solution Overview</a:t>
          </a:r>
        </a:p>
      </dgm:t>
    </dgm:pt>
    <dgm:pt modelId="{FE4D2BFF-302C-4013-BD4A-A537B1AD33D4}" type="parTrans" cxnId="{7EFCC91F-7A51-453D-83D0-C7DC5B0D6BDF}">
      <dgm:prSet/>
      <dgm:spPr/>
      <dgm:t>
        <a:bodyPr/>
        <a:lstStyle/>
        <a:p>
          <a:endParaRPr lang="en-US"/>
        </a:p>
      </dgm:t>
    </dgm:pt>
    <dgm:pt modelId="{59742ACA-9F57-4E63-9534-0AF9F4474915}" type="sibTrans" cxnId="{7EFCC91F-7A51-453D-83D0-C7DC5B0D6BDF}">
      <dgm:prSet/>
      <dgm:spPr/>
      <dgm:t>
        <a:bodyPr/>
        <a:lstStyle/>
        <a:p>
          <a:endParaRPr lang="en-US"/>
        </a:p>
      </dgm:t>
    </dgm:pt>
    <dgm:pt modelId="{16DC3976-85F2-4B63-86DF-D449D0DE1064}">
      <dgm:prSet/>
      <dgm:spPr/>
      <dgm:t>
        <a:bodyPr/>
        <a:lstStyle/>
        <a:p>
          <a:r>
            <a:rPr lang="en-US"/>
            <a:t>3. System Architecture</a:t>
          </a:r>
        </a:p>
      </dgm:t>
    </dgm:pt>
    <dgm:pt modelId="{71497B8E-31CC-4169-A5EE-B9C978BB9B07}" type="parTrans" cxnId="{772FF34E-FB91-4293-A55C-E76A2B2AC79F}">
      <dgm:prSet/>
      <dgm:spPr/>
      <dgm:t>
        <a:bodyPr/>
        <a:lstStyle/>
        <a:p>
          <a:endParaRPr lang="en-US"/>
        </a:p>
      </dgm:t>
    </dgm:pt>
    <dgm:pt modelId="{3F99E8F6-1270-4852-950D-86505C1BC023}" type="sibTrans" cxnId="{772FF34E-FB91-4293-A55C-E76A2B2AC79F}">
      <dgm:prSet/>
      <dgm:spPr/>
      <dgm:t>
        <a:bodyPr/>
        <a:lstStyle/>
        <a:p>
          <a:endParaRPr lang="en-US"/>
        </a:p>
      </dgm:t>
    </dgm:pt>
    <dgm:pt modelId="{66895687-0257-4B29-A816-2FF48DAE0DB9}">
      <dgm:prSet/>
      <dgm:spPr/>
      <dgm:t>
        <a:bodyPr/>
        <a:lstStyle/>
        <a:p>
          <a:r>
            <a:rPr lang="en-US"/>
            <a:t>4. Technology Stack</a:t>
          </a:r>
        </a:p>
      </dgm:t>
    </dgm:pt>
    <dgm:pt modelId="{2328D696-4840-44E5-8611-7A7EBC04ABB0}" type="parTrans" cxnId="{77A3C41F-BD07-4EC1-83C8-86BF307B41F1}">
      <dgm:prSet/>
      <dgm:spPr/>
      <dgm:t>
        <a:bodyPr/>
        <a:lstStyle/>
        <a:p>
          <a:endParaRPr lang="en-US"/>
        </a:p>
      </dgm:t>
    </dgm:pt>
    <dgm:pt modelId="{F148160D-62D5-42A0-B2E4-CCD6E867E6E0}" type="sibTrans" cxnId="{77A3C41F-BD07-4EC1-83C8-86BF307B41F1}">
      <dgm:prSet/>
      <dgm:spPr/>
      <dgm:t>
        <a:bodyPr/>
        <a:lstStyle/>
        <a:p>
          <a:endParaRPr lang="en-US"/>
        </a:p>
      </dgm:t>
    </dgm:pt>
    <dgm:pt modelId="{8C3C5FF6-1C7B-42F3-B891-8752DD882CFD}">
      <dgm:prSet/>
      <dgm:spPr/>
      <dgm:t>
        <a:bodyPr/>
        <a:lstStyle/>
        <a:p>
          <a:r>
            <a:rPr lang="en-US"/>
            <a:t>5. Flow Chart</a:t>
          </a:r>
        </a:p>
      </dgm:t>
    </dgm:pt>
    <dgm:pt modelId="{A4E06154-B543-4ADC-8286-55FB3AB31B4B}" type="parTrans" cxnId="{1E971E44-4444-4C6C-93D3-01785C606116}">
      <dgm:prSet/>
      <dgm:spPr/>
      <dgm:t>
        <a:bodyPr/>
        <a:lstStyle/>
        <a:p>
          <a:endParaRPr lang="en-US"/>
        </a:p>
      </dgm:t>
    </dgm:pt>
    <dgm:pt modelId="{65EFF3B2-E04D-4D54-B5B7-4102DA9DF23E}" type="sibTrans" cxnId="{1E971E44-4444-4C6C-93D3-01785C606116}">
      <dgm:prSet/>
      <dgm:spPr/>
      <dgm:t>
        <a:bodyPr/>
        <a:lstStyle/>
        <a:p>
          <a:endParaRPr lang="en-US"/>
        </a:p>
      </dgm:t>
    </dgm:pt>
    <dgm:pt modelId="{4B796325-3DCA-4147-B6D1-D5DCE5FF5749}">
      <dgm:prSet/>
      <dgm:spPr/>
      <dgm:t>
        <a:bodyPr/>
        <a:lstStyle/>
        <a:p>
          <a:r>
            <a:rPr lang="en-US"/>
            <a:t>6. Key Features</a:t>
          </a:r>
        </a:p>
      </dgm:t>
    </dgm:pt>
    <dgm:pt modelId="{1D22FEC7-3764-4393-AA2D-D20876F32713}" type="parTrans" cxnId="{C32700CA-C03B-4C03-99AF-98A2D0BD81E2}">
      <dgm:prSet/>
      <dgm:spPr/>
      <dgm:t>
        <a:bodyPr/>
        <a:lstStyle/>
        <a:p>
          <a:endParaRPr lang="en-US"/>
        </a:p>
      </dgm:t>
    </dgm:pt>
    <dgm:pt modelId="{B3B19B3F-059C-4D33-AE4F-DC0BC04BDC3E}" type="sibTrans" cxnId="{C32700CA-C03B-4C03-99AF-98A2D0BD81E2}">
      <dgm:prSet/>
      <dgm:spPr/>
      <dgm:t>
        <a:bodyPr/>
        <a:lstStyle/>
        <a:p>
          <a:endParaRPr lang="en-US"/>
        </a:p>
      </dgm:t>
    </dgm:pt>
    <dgm:pt modelId="{EA6D76C5-A48C-42FC-AE4F-C4D07AE800B1}">
      <dgm:prSet/>
      <dgm:spPr/>
      <dgm:t>
        <a:bodyPr/>
        <a:lstStyle/>
        <a:p>
          <a:r>
            <a:rPr lang="en-US"/>
            <a:t>7. Demo</a:t>
          </a:r>
        </a:p>
      </dgm:t>
    </dgm:pt>
    <dgm:pt modelId="{5AD3F07D-34C8-450D-8B54-09423C9F0745}" type="parTrans" cxnId="{ACA29854-CCDF-4077-AFC1-E11A845B3DE5}">
      <dgm:prSet/>
      <dgm:spPr/>
      <dgm:t>
        <a:bodyPr/>
        <a:lstStyle/>
        <a:p>
          <a:endParaRPr lang="en-US"/>
        </a:p>
      </dgm:t>
    </dgm:pt>
    <dgm:pt modelId="{F8342134-3F2D-4E48-B940-364D923D8B0E}" type="sibTrans" cxnId="{ACA29854-CCDF-4077-AFC1-E11A845B3DE5}">
      <dgm:prSet/>
      <dgm:spPr/>
      <dgm:t>
        <a:bodyPr/>
        <a:lstStyle/>
        <a:p>
          <a:endParaRPr lang="en-US"/>
        </a:p>
      </dgm:t>
    </dgm:pt>
    <dgm:pt modelId="{13A70386-ABA5-4D44-AD34-609569965DB4}">
      <dgm:prSet/>
      <dgm:spPr/>
      <dgm:t>
        <a:bodyPr/>
        <a:lstStyle/>
        <a:p>
          <a:r>
            <a:rPr lang="en-US"/>
            <a:t>8. Results &amp; Metrics</a:t>
          </a:r>
        </a:p>
      </dgm:t>
    </dgm:pt>
    <dgm:pt modelId="{013A1C93-9D70-4CCF-B26B-803F1655B045}" type="parTrans" cxnId="{1BD64CC5-7787-4454-8FF7-9B08119B89F0}">
      <dgm:prSet/>
      <dgm:spPr/>
      <dgm:t>
        <a:bodyPr/>
        <a:lstStyle/>
        <a:p>
          <a:endParaRPr lang="en-US"/>
        </a:p>
      </dgm:t>
    </dgm:pt>
    <dgm:pt modelId="{2473C676-3082-4F70-8FBD-51B69A095D15}" type="sibTrans" cxnId="{1BD64CC5-7787-4454-8FF7-9B08119B89F0}">
      <dgm:prSet/>
      <dgm:spPr/>
      <dgm:t>
        <a:bodyPr/>
        <a:lstStyle/>
        <a:p>
          <a:endParaRPr lang="en-US"/>
        </a:p>
      </dgm:t>
    </dgm:pt>
    <dgm:pt modelId="{B234E0DD-D12D-4AEA-A0AB-263770301ABB}">
      <dgm:prSet/>
      <dgm:spPr/>
      <dgm:t>
        <a:bodyPr/>
        <a:lstStyle/>
        <a:p>
          <a:r>
            <a:rPr lang="en-US"/>
            <a:t>9. Future Enhancements</a:t>
          </a:r>
        </a:p>
      </dgm:t>
    </dgm:pt>
    <dgm:pt modelId="{E8871754-91E5-40D4-BB82-17D758E74672}" type="parTrans" cxnId="{9C73643F-47CA-4C5A-A7DA-5E2782DAEC45}">
      <dgm:prSet/>
      <dgm:spPr/>
      <dgm:t>
        <a:bodyPr/>
        <a:lstStyle/>
        <a:p>
          <a:endParaRPr lang="en-US"/>
        </a:p>
      </dgm:t>
    </dgm:pt>
    <dgm:pt modelId="{D30EDD4A-694C-41FF-9E73-5F54D5E231B9}" type="sibTrans" cxnId="{9C73643F-47CA-4C5A-A7DA-5E2782DAEC45}">
      <dgm:prSet/>
      <dgm:spPr/>
      <dgm:t>
        <a:bodyPr/>
        <a:lstStyle/>
        <a:p>
          <a:endParaRPr lang="en-US"/>
        </a:p>
      </dgm:t>
    </dgm:pt>
    <dgm:pt modelId="{07C716E2-BD8B-46DF-8CF0-44082E6492F2}" type="pres">
      <dgm:prSet presAssocID="{13239EE9-6059-48B6-B2EF-A2EC821A5898}" presName="vert0" presStyleCnt="0">
        <dgm:presLayoutVars>
          <dgm:dir/>
          <dgm:animOne val="branch"/>
          <dgm:animLvl val="lvl"/>
        </dgm:presLayoutVars>
      </dgm:prSet>
      <dgm:spPr/>
    </dgm:pt>
    <dgm:pt modelId="{F50E6635-CF94-4AB5-B5CC-FB0E0C30D89A}" type="pres">
      <dgm:prSet presAssocID="{ADDA38F3-20F4-4B7E-9119-5C44C374BF2A}" presName="thickLine" presStyleLbl="alignNode1" presStyleIdx="0" presStyleCnt="9"/>
      <dgm:spPr/>
    </dgm:pt>
    <dgm:pt modelId="{DBE0F17A-A225-4803-84DD-D4E7600DC9AE}" type="pres">
      <dgm:prSet presAssocID="{ADDA38F3-20F4-4B7E-9119-5C44C374BF2A}" presName="horz1" presStyleCnt="0"/>
      <dgm:spPr/>
    </dgm:pt>
    <dgm:pt modelId="{3F099D6C-C299-4894-B7E7-4411A52ECAD4}" type="pres">
      <dgm:prSet presAssocID="{ADDA38F3-20F4-4B7E-9119-5C44C374BF2A}" presName="tx1" presStyleLbl="revTx" presStyleIdx="0" presStyleCnt="9"/>
      <dgm:spPr/>
    </dgm:pt>
    <dgm:pt modelId="{674A589B-01C5-48CB-A986-626545F0C99A}" type="pres">
      <dgm:prSet presAssocID="{ADDA38F3-20F4-4B7E-9119-5C44C374BF2A}" presName="vert1" presStyleCnt="0"/>
      <dgm:spPr/>
    </dgm:pt>
    <dgm:pt modelId="{36DFCCB9-4830-4657-A616-3DDD4FC365E7}" type="pres">
      <dgm:prSet presAssocID="{7A594FAE-922B-4D11-BA10-BCF227B3E292}" presName="thickLine" presStyleLbl="alignNode1" presStyleIdx="1" presStyleCnt="9"/>
      <dgm:spPr/>
    </dgm:pt>
    <dgm:pt modelId="{FA2A9E87-120C-4965-B145-E9D59F18514C}" type="pres">
      <dgm:prSet presAssocID="{7A594FAE-922B-4D11-BA10-BCF227B3E292}" presName="horz1" presStyleCnt="0"/>
      <dgm:spPr/>
    </dgm:pt>
    <dgm:pt modelId="{6B0A4D24-3F36-43DF-B384-E319D31A8B0C}" type="pres">
      <dgm:prSet presAssocID="{7A594FAE-922B-4D11-BA10-BCF227B3E292}" presName="tx1" presStyleLbl="revTx" presStyleIdx="1" presStyleCnt="9"/>
      <dgm:spPr/>
    </dgm:pt>
    <dgm:pt modelId="{29CE56EC-6688-4E6F-8FFC-C391569063AD}" type="pres">
      <dgm:prSet presAssocID="{7A594FAE-922B-4D11-BA10-BCF227B3E292}" presName="vert1" presStyleCnt="0"/>
      <dgm:spPr/>
    </dgm:pt>
    <dgm:pt modelId="{3CB30E25-0679-4897-8152-E47818A87AD0}" type="pres">
      <dgm:prSet presAssocID="{16DC3976-85F2-4B63-86DF-D449D0DE1064}" presName="thickLine" presStyleLbl="alignNode1" presStyleIdx="2" presStyleCnt="9"/>
      <dgm:spPr/>
    </dgm:pt>
    <dgm:pt modelId="{99F675DE-8D7C-43F5-827A-5E3B02489D4B}" type="pres">
      <dgm:prSet presAssocID="{16DC3976-85F2-4B63-86DF-D449D0DE1064}" presName="horz1" presStyleCnt="0"/>
      <dgm:spPr/>
    </dgm:pt>
    <dgm:pt modelId="{A09AFFF0-5166-4A5C-A417-EC0BBDF406D8}" type="pres">
      <dgm:prSet presAssocID="{16DC3976-85F2-4B63-86DF-D449D0DE1064}" presName="tx1" presStyleLbl="revTx" presStyleIdx="2" presStyleCnt="9"/>
      <dgm:spPr/>
    </dgm:pt>
    <dgm:pt modelId="{B2C0F5C3-1314-406C-9D48-D5E44563594D}" type="pres">
      <dgm:prSet presAssocID="{16DC3976-85F2-4B63-86DF-D449D0DE1064}" presName="vert1" presStyleCnt="0"/>
      <dgm:spPr/>
    </dgm:pt>
    <dgm:pt modelId="{3D632B6B-70FD-49DE-848F-9657FE0B156C}" type="pres">
      <dgm:prSet presAssocID="{66895687-0257-4B29-A816-2FF48DAE0DB9}" presName="thickLine" presStyleLbl="alignNode1" presStyleIdx="3" presStyleCnt="9"/>
      <dgm:spPr/>
    </dgm:pt>
    <dgm:pt modelId="{7B5BFF81-0D6F-4060-9908-F7CCF1179ABF}" type="pres">
      <dgm:prSet presAssocID="{66895687-0257-4B29-A816-2FF48DAE0DB9}" presName="horz1" presStyleCnt="0"/>
      <dgm:spPr/>
    </dgm:pt>
    <dgm:pt modelId="{4F6C0900-6B90-472E-96A3-211FB5648423}" type="pres">
      <dgm:prSet presAssocID="{66895687-0257-4B29-A816-2FF48DAE0DB9}" presName="tx1" presStyleLbl="revTx" presStyleIdx="3" presStyleCnt="9"/>
      <dgm:spPr/>
    </dgm:pt>
    <dgm:pt modelId="{B5C7DE41-8107-4BF1-9AE5-E7C5FFADF4B1}" type="pres">
      <dgm:prSet presAssocID="{66895687-0257-4B29-A816-2FF48DAE0DB9}" presName="vert1" presStyleCnt="0"/>
      <dgm:spPr/>
    </dgm:pt>
    <dgm:pt modelId="{0C0FFFD2-9BD0-4B02-8224-324E21C9D061}" type="pres">
      <dgm:prSet presAssocID="{8C3C5FF6-1C7B-42F3-B891-8752DD882CFD}" presName="thickLine" presStyleLbl="alignNode1" presStyleIdx="4" presStyleCnt="9"/>
      <dgm:spPr/>
    </dgm:pt>
    <dgm:pt modelId="{B83DAD6D-34E2-453E-A841-7817CC596D57}" type="pres">
      <dgm:prSet presAssocID="{8C3C5FF6-1C7B-42F3-B891-8752DD882CFD}" presName="horz1" presStyleCnt="0"/>
      <dgm:spPr/>
    </dgm:pt>
    <dgm:pt modelId="{5BE18D77-209B-468A-AB01-921A331F87C5}" type="pres">
      <dgm:prSet presAssocID="{8C3C5FF6-1C7B-42F3-B891-8752DD882CFD}" presName="tx1" presStyleLbl="revTx" presStyleIdx="4" presStyleCnt="9"/>
      <dgm:spPr/>
    </dgm:pt>
    <dgm:pt modelId="{939E83C4-34C5-472C-AA67-12BAD1D815FF}" type="pres">
      <dgm:prSet presAssocID="{8C3C5FF6-1C7B-42F3-B891-8752DD882CFD}" presName="vert1" presStyleCnt="0"/>
      <dgm:spPr/>
    </dgm:pt>
    <dgm:pt modelId="{5D72A48C-5576-47BE-B2F8-6C8436CC6D85}" type="pres">
      <dgm:prSet presAssocID="{4B796325-3DCA-4147-B6D1-D5DCE5FF5749}" presName="thickLine" presStyleLbl="alignNode1" presStyleIdx="5" presStyleCnt="9"/>
      <dgm:spPr/>
    </dgm:pt>
    <dgm:pt modelId="{9978BCEC-1596-49EB-9E11-941BC4F7D9EE}" type="pres">
      <dgm:prSet presAssocID="{4B796325-3DCA-4147-B6D1-D5DCE5FF5749}" presName="horz1" presStyleCnt="0"/>
      <dgm:spPr/>
    </dgm:pt>
    <dgm:pt modelId="{4FBA9668-643F-4A9A-AAC7-45D24F7BA75D}" type="pres">
      <dgm:prSet presAssocID="{4B796325-3DCA-4147-B6D1-D5DCE5FF5749}" presName="tx1" presStyleLbl="revTx" presStyleIdx="5" presStyleCnt="9"/>
      <dgm:spPr/>
    </dgm:pt>
    <dgm:pt modelId="{3F01CF28-7464-42A1-9E86-E6EFD36543DC}" type="pres">
      <dgm:prSet presAssocID="{4B796325-3DCA-4147-B6D1-D5DCE5FF5749}" presName="vert1" presStyleCnt="0"/>
      <dgm:spPr/>
    </dgm:pt>
    <dgm:pt modelId="{60372676-5FA6-47BE-98A6-B85F056E6083}" type="pres">
      <dgm:prSet presAssocID="{EA6D76C5-A48C-42FC-AE4F-C4D07AE800B1}" presName="thickLine" presStyleLbl="alignNode1" presStyleIdx="6" presStyleCnt="9"/>
      <dgm:spPr/>
    </dgm:pt>
    <dgm:pt modelId="{B3C0BEF3-4546-4AF3-AD2E-53E5F04D44F9}" type="pres">
      <dgm:prSet presAssocID="{EA6D76C5-A48C-42FC-AE4F-C4D07AE800B1}" presName="horz1" presStyleCnt="0"/>
      <dgm:spPr/>
    </dgm:pt>
    <dgm:pt modelId="{7D5A9497-71DB-473B-80B5-B5F0F3D1FB92}" type="pres">
      <dgm:prSet presAssocID="{EA6D76C5-A48C-42FC-AE4F-C4D07AE800B1}" presName="tx1" presStyleLbl="revTx" presStyleIdx="6" presStyleCnt="9"/>
      <dgm:spPr/>
    </dgm:pt>
    <dgm:pt modelId="{932675ED-10CE-4684-B3E6-650D87034F83}" type="pres">
      <dgm:prSet presAssocID="{EA6D76C5-A48C-42FC-AE4F-C4D07AE800B1}" presName="vert1" presStyleCnt="0"/>
      <dgm:spPr/>
    </dgm:pt>
    <dgm:pt modelId="{6CCBEDCA-D29A-4AB0-A60E-4DBF1E686857}" type="pres">
      <dgm:prSet presAssocID="{13A70386-ABA5-4D44-AD34-609569965DB4}" presName="thickLine" presStyleLbl="alignNode1" presStyleIdx="7" presStyleCnt="9"/>
      <dgm:spPr/>
    </dgm:pt>
    <dgm:pt modelId="{E9C00A07-F75D-4179-A3D4-446C8DDEE6E3}" type="pres">
      <dgm:prSet presAssocID="{13A70386-ABA5-4D44-AD34-609569965DB4}" presName="horz1" presStyleCnt="0"/>
      <dgm:spPr/>
    </dgm:pt>
    <dgm:pt modelId="{7C0AF168-46F5-4E24-9A4A-335D91C9516C}" type="pres">
      <dgm:prSet presAssocID="{13A70386-ABA5-4D44-AD34-609569965DB4}" presName="tx1" presStyleLbl="revTx" presStyleIdx="7" presStyleCnt="9"/>
      <dgm:spPr/>
    </dgm:pt>
    <dgm:pt modelId="{73250D33-B83B-471C-A01B-35A14C7CC84D}" type="pres">
      <dgm:prSet presAssocID="{13A70386-ABA5-4D44-AD34-609569965DB4}" presName="vert1" presStyleCnt="0"/>
      <dgm:spPr/>
    </dgm:pt>
    <dgm:pt modelId="{C1838171-4785-4D22-BE47-45B80BB3B926}" type="pres">
      <dgm:prSet presAssocID="{B234E0DD-D12D-4AEA-A0AB-263770301ABB}" presName="thickLine" presStyleLbl="alignNode1" presStyleIdx="8" presStyleCnt="9"/>
      <dgm:spPr/>
    </dgm:pt>
    <dgm:pt modelId="{3DDBF286-A232-4883-B788-68B784D0976D}" type="pres">
      <dgm:prSet presAssocID="{B234E0DD-D12D-4AEA-A0AB-263770301ABB}" presName="horz1" presStyleCnt="0"/>
      <dgm:spPr/>
    </dgm:pt>
    <dgm:pt modelId="{82B36319-557F-4D5C-A462-B943E253F955}" type="pres">
      <dgm:prSet presAssocID="{B234E0DD-D12D-4AEA-A0AB-263770301ABB}" presName="tx1" presStyleLbl="revTx" presStyleIdx="8" presStyleCnt="9"/>
      <dgm:spPr/>
    </dgm:pt>
    <dgm:pt modelId="{FA17327F-6AF3-4524-9A61-2A3242807027}" type="pres">
      <dgm:prSet presAssocID="{B234E0DD-D12D-4AEA-A0AB-263770301ABB}" presName="vert1" presStyleCnt="0"/>
      <dgm:spPr/>
    </dgm:pt>
  </dgm:ptLst>
  <dgm:cxnLst>
    <dgm:cxn modelId="{5BD6A307-951D-4D62-9322-AB5E7F8884C1}" type="presOf" srcId="{66895687-0257-4B29-A816-2FF48DAE0DB9}" destId="{4F6C0900-6B90-472E-96A3-211FB5648423}" srcOrd="0" destOrd="0" presId="urn:microsoft.com/office/officeart/2008/layout/LinedList"/>
    <dgm:cxn modelId="{77A3C41F-BD07-4EC1-83C8-86BF307B41F1}" srcId="{13239EE9-6059-48B6-B2EF-A2EC821A5898}" destId="{66895687-0257-4B29-A816-2FF48DAE0DB9}" srcOrd="3" destOrd="0" parTransId="{2328D696-4840-44E5-8611-7A7EBC04ABB0}" sibTransId="{F148160D-62D5-42A0-B2E4-CCD6E867E6E0}"/>
    <dgm:cxn modelId="{7EFCC91F-7A51-453D-83D0-C7DC5B0D6BDF}" srcId="{13239EE9-6059-48B6-B2EF-A2EC821A5898}" destId="{7A594FAE-922B-4D11-BA10-BCF227B3E292}" srcOrd="1" destOrd="0" parTransId="{FE4D2BFF-302C-4013-BD4A-A537B1AD33D4}" sibTransId="{59742ACA-9F57-4E63-9534-0AF9F4474915}"/>
    <dgm:cxn modelId="{4EC29C3C-E8BB-42B5-AAD0-AB1E9B8F9905}" type="presOf" srcId="{7A594FAE-922B-4D11-BA10-BCF227B3E292}" destId="{6B0A4D24-3F36-43DF-B384-E319D31A8B0C}" srcOrd="0" destOrd="0" presId="urn:microsoft.com/office/officeart/2008/layout/LinedList"/>
    <dgm:cxn modelId="{9C73643F-47CA-4C5A-A7DA-5E2782DAEC45}" srcId="{13239EE9-6059-48B6-B2EF-A2EC821A5898}" destId="{B234E0DD-D12D-4AEA-A0AB-263770301ABB}" srcOrd="8" destOrd="0" parTransId="{E8871754-91E5-40D4-BB82-17D758E74672}" sibTransId="{D30EDD4A-694C-41FF-9E73-5F54D5E231B9}"/>
    <dgm:cxn modelId="{1E971E44-4444-4C6C-93D3-01785C606116}" srcId="{13239EE9-6059-48B6-B2EF-A2EC821A5898}" destId="{8C3C5FF6-1C7B-42F3-B891-8752DD882CFD}" srcOrd="4" destOrd="0" parTransId="{A4E06154-B543-4ADC-8286-55FB3AB31B4B}" sibTransId="{65EFF3B2-E04D-4D54-B5B7-4102DA9DF23E}"/>
    <dgm:cxn modelId="{772FF34E-FB91-4293-A55C-E76A2B2AC79F}" srcId="{13239EE9-6059-48B6-B2EF-A2EC821A5898}" destId="{16DC3976-85F2-4B63-86DF-D449D0DE1064}" srcOrd="2" destOrd="0" parTransId="{71497B8E-31CC-4169-A5EE-B9C978BB9B07}" sibTransId="{3F99E8F6-1270-4852-950D-86505C1BC023}"/>
    <dgm:cxn modelId="{C301A76F-3AAA-4E93-B77F-B7981EAAE068}" type="presOf" srcId="{4B796325-3DCA-4147-B6D1-D5DCE5FF5749}" destId="{4FBA9668-643F-4A9A-AAC7-45D24F7BA75D}" srcOrd="0" destOrd="0" presId="urn:microsoft.com/office/officeart/2008/layout/LinedList"/>
    <dgm:cxn modelId="{77074654-2DD1-4AF1-8E9D-3749801616B3}" type="presOf" srcId="{B234E0DD-D12D-4AEA-A0AB-263770301ABB}" destId="{82B36319-557F-4D5C-A462-B943E253F955}" srcOrd="0" destOrd="0" presId="urn:microsoft.com/office/officeart/2008/layout/LinedList"/>
    <dgm:cxn modelId="{ACA29854-CCDF-4077-AFC1-E11A845B3DE5}" srcId="{13239EE9-6059-48B6-B2EF-A2EC821A5898}" destId="{EA6D76C5-A48C-42FC-AE4F-C4D07AE800B1}" srcOrd="6" destOrd="0" parTransId="{5AD3F07D-34C8-450D-8B54-09423C9F0745}" sibTransId="{F8342134-3F2D-4E48-B940-364D923D8B0E}"/>
    <dgm:cxn modelId="{AF19257A-AFB5-433E-9992-1D44BB9AAE98}" type="presOf" srcId="{16DC3976-85F2-4B63-86DF-D449D0DE1064}" destId="{A09AFFF0-5166-4A5C-A417-EC0BBDF406D8}" srcOrd="0" destOrd="0" presId="urn:microsoft.com/office/officeart/2008/layout/LinedList"/>
    <dgm:cxn modelId="{CF6E597E-6E51-45B8-94A5-EDC205367F3E}" type="presOf" srcId="{ADDA38F3-20F4-4B7E-9119-5C44C374BF2A}" destId="{3F099D6C-C299-4894-B7E7-4411A52ECAD4}" srcOrd="0" destOrd="0" presId="urn:microsoft.com/office/officeart/2008/layout/LinedList"/>
    <dgm:cxn modelId="{84769D95-7EC7-4C44-B7AE-D78EC7A07793}" srcId="{13239EE9-6059-48B6-B2EF-A2EC821A5898}" destId="{ADDA38F3-20F4-4B7E-9119-5C44C374BF2A}" srcOrd="0" destOrd="0" parTransId="{385638D6-455A-4E7C-AB26-C2706156E6AE}" sibTransId="{195663F4-FDB0-46BC-BE73-62236E922CCC}"/>
    <dgm:cxn modelId="{DA8F069F-DA90-4A8E-AB3C-A4AC4FE1CD9C}" type="presOf" srcId="{13239EE9-6059-48B6-B2EF-A2EC821A5898}" destId="{07C716E2-BD8B-46DF-8CF0-44082E6492F2}" srcOrd="0" destOrd="0" presId="urn:microsoft.com/office/officeart/2008/layout/LinedList"/>
    <dgm:cxn modelId="{1BD64CC5-7787-4454-8FF7-9B08119B89F0}" srcId="{13239EE9-6059-48B6-B2EF-A2EC821A5898}" destId="{13A70386-ABA5-4D44-AD34-609569965DB4}" srcOrd="7" destOrd="0" parTransId="{013A1C93-9D70-4CCF-B26B-803F1655B045}" sibTransId="{2473C676-3082-4F70-8FBD-51B69A095D15}"/>
    <dgm:cxn modelId="{7D7CDAC9-F2E9-4CEB-B1A9-B0DD20A8D6D8}" type="presOf" srcId="{EA6D76C5-A48C-42FC-AE4F-C4D07AE800B1}" destId="{7D5A9497-71DB-473B-80B5-B5F0F3D1FB92}" srcOrd="0" destOrd="0" presId="urn:microsoft.com/office/officeart/2008/layout/LinedList"/>
    <dgm:cxn modelId="{C32700CA-C03B-4C03-99AF-98A2D0BD81E2}" srcId="{13239EE9-6059-48B6-B2EF-A2EC821A5898}" destId="{4B796325-3DCA-4147-B6D1-D5DCE5FF5749}" srcOrd="5" destOrd="0" parTransId="{1D22FEC7-3764-4393-AA2D-D20876F32713}" sibTransId="{B3B19B3F-059C-4D33-AE4F-DC0BC04BDC3E}"/>
    <dgm:cxn modelId="{7D94B5F8-7313-4489-B084-BDA373816CB6}" type="presOf" srcId="{8C3C5FF6-1C7B-42F3-B891-8752DD882CFD}" destId="{5BE18D77-209B-468A-AB01-921A331F87C5}" srcOrd="0" destOrd="0" presId="urn:microsoft.com/office/officeart/2008/layout/LinedList"/>
    <dgm:cxn modelId="{2E97F1F9-D4B2-485C-B7B8-E4E46546B5E9}" type="presOf" srcId="{13A70386-ABA5-4D44-AD34-609569965DB4}" destId="{7C0AF168-46F5-4E24-9A4A-335D91C9516C}" srcOrd="0" destOrd="0" presId="urn:microsoft.com/office/officeart/2008/layout/LinedList"/>
    <dgm:cxn modelId="{7223C27F-4BE5-4FAC-BDEC-9556E2060710}" type="presParOf" srcId="{07C716E2-BD8B-46DF-8CF0-44082E6492F2}" destId="{F50E6635-CF94-4AB5-B5CC-FB0E0C30D89A}" srcOrd="0" destOrd="0" presId="urn:microsoft.com/office/officeart/2008/layout/LinedList"/>
    <dgm:cxn modelId="{D20AFD75-2A7F-4583-B33F-B8643B9188B7}" type="presParOf" srcId="{07C716E2-BD8B-46DF-8CF0-44082E6492F2}" destId="{DBE0F17A-A225-4803-84DD-D4E7600DC9AE}" srcOrd="1" destOrd="0" presId="urn:microsoft.com/office/officeart/2008/layout/LinedList"/>
    <dgm:cxn modelId="{D4B65102-223C-4F97-9242-86F943D9B036}" type="presParOf" srcId="{DBE0F17A-A225-4803-84DD-D4E7600DC9AE}" destId="{3F099D6C-C299-4894-B7E7-4411A52ECAD4}" srcOrd="0" destOrd="0" presId="urn:microsoft.com/office/officeart/2008/layout/LinedList"/>
    <dgm:cxn modelId="{66009C2F-3B38-49B0-A270-F2816423265C}" type="presParOf" srcId="{DBE0F17A-A225-4803-84DD-D4E7600DC9AE}" destId="{674A589B-01C5-48CB-A986-626545F0C99A}" srcOrd="1" destOrd="0" presId="urn:microsoft.com/office/officeart/2008/layout/LinedList"/>
    <dgm:cxn modelId="{D368175C-836E-454D-AC19-91A21698AD2E}" type="presParOf" srcId="{07C716E2-BD8B-46DF-8CF0-44082E6492F2}" destId="{36DFCCB9-4830-4657-A616-3DDD4FC365E7}" srcOrd="2" destOrd="0" presId="urn:microsoft.com/office/officeart/2008/layout/LinedList"/>
    <dgm:cxn modelId="{9AE1EB3D-F95A-4883-B09A-58C6DE9AEAD4}" type="presParOf" srcId="{07C716E2-BD8B-46DF-8CF0-44082E6492F2}" destId="{FA2A9E87-120C-4965-B145-E9D59F18514C}" srcOrd="3" destOrd="0" presId="urn:microsoft.com/office/officeart/2008/layout/LinedList"/>
    <dgm:cxn modelId="{604BFD14-88BF-4963-80D2-EC91152B7646}" type="presParOf" srcId="{FA2A9E87-120C-4965-B145-E9D59F18514C}" destId="{6B0A4D24-3F36-43DF-B384-E319D31A8B0C}" srcOrd="0" destOrd="0" presId="urn:microsoft.com/office/officeart/2008/layout/LinedList"/>
    <dgm:cxn modelId="{61206DC0-2CDF-455C-853B-9DFEECF6FD93}" type="presParOf" srcId="{FA2A9E87-120C-4965-B145-E9D59F18514C}" destId="{29CE56EC-6688-4E6F-8FFC-C391569063AD}" srcOrd="1" destOrd="0" presId="urn:microsoft.com/office/officeart/2008/layout/LinedList"/>
    <dgm:cxn modelId="{9376B090-75B1-421D-B06F-A11DABEBDF99}" type="presParOf" srcId="{07C716E2-BD8B-46DF-8CF0-44082E6492F2}" destId="{3CB30E25-0679-4897-8152-E47818A87AD0}" srcOrd="4" destOrd="0" presId="urn:microsoft.com/office/officeart/2008/layout/LinedList"/>
    <dgm:cxn modelId="{0DEA0933-3E50-4A64-A30E-1317833A977B}" type="presParOf" srcId="{07C716E2-BD8B-46DF-8CF0-44082E6492F2}" destId="{99F675DE-8D7C-43F5-827A-5E3B02489D4B}" srcOrd="5" destOrd="0" presId="urn:microsoft.com/office/officeart/2008/layout/LinedList"/>
    <dgm:cxn modelId="{9056F348-CE2C-4179-8594-C3CE0D4F3C83}" type="presParOf" srcId="{99F675DE-8D7C-43F5-827A-5E3B02489D4B}" destId="{A09AFFF0-5166-4A5C-A417-EC0BBDF406D8}" srcOrd="0" destOrd="0" presId="urn:microsoft.com/office/officeart/2008/layout/LinedList"/>
    <dgm:cxn modelId="{ACEC8087-C3AC-4DAF-8501-81730494D20B}" type="presParOf" srcId="{99F675DE-8D7C-43F5-827A-5E3B02489D4B}" destId="{B2C0F5C3-1314-406C-9D48-D5E44563594D}" srcOrd="1" destOrd="0" presId="urn:microsoft.com/office/officeart/2008/layout/LinedList"/>
    <dgm:cxn modelId="{D3F4D7A9-CCC8-4E32-898B-A2EAFA1038C5}" type="presParOf" srcId="{07C716E2-BD8B-46DF-8CF0-44082E6492F2}" destId="{3D632B6B-70FD-49DE-848F-9657FE0B156C}" srcOrd="6" destOrd="0" presId="urn:microsoft.com/office/officeart/2008/layout/LinedList"/>
    <dgm:cxn modelId="{89BD00C3-3F7B-4CCE-98AB-22DB62DA87AB}" type="presParOf" srcId="{07C716E2-BD8B-46DF-8CF0-44082E6492F2}" destId="{7B5BFF81-0D6F-4060-9908-F7CCF1179ABF}" srcOrd="7" destOrd="0" presId="urn:microsoft.com/office/officeart/2008/layout/LinedList"/>
    <dgm:cxn modelId="{D13F1284-5EB3-4F3B-8CDF-368802ACEDEF}" type="presParOf" srcId="{7B5BFF81-0D6F-4060-9908-F7CCF1179ABF}" destId="{4F6C0900-6B90-472E-96A3-211FB5648423}" srcOrd="0" destOrd="0" presId="urn:microsoft.com/office/officeart/2008/layout/LinedList"/>
    <dgm:cxn modelId="{BAA42EC5-A3BB-4395-911C-F062A598EF63}" type="presParOf" srcId="{7B5BFF81-0D6F-4060-9908-F7CCF1179ABF}" destId="{B5C7DE41-8107-4BF1-9AE5-E7C5FFADF4B1}" srcOrd="1" destOrd="0" presId="urn:microsoft.com/office/officeart/2008/layout/LinedList"/>
    <dgm:cxn modelId="{AFDB0454-AAB7-4D26-A461-AD9984FA6C93}" type="presParOf" srcId="{07C716E2-BD8B-46DF-8CF0-44082E6492F2}" destId="{0C0FFFD2-9BD0-4B02-8224-324E21C9D061}" srcOrd="8" destOrd="0" presId="urn:microsoft.com/office/officeart/2008/layout/LinedList"/>
    <dgm:cxn modelId="{078F470E-8D82-46D3-82C2-F46E57E9EB55}" type="presParOf" srcId="{07C716E2-BD8B-46DF-8CF0-44082E6492F2}" destId="{B83DAD6D-34E2-453E-A841-7817CC596D57}" srcOrd="9" destOrd="0" presId="urn:microsoft.com/office/officeart/2008/layout/LinedList"/>
    <dgm:cxn modelId="{1DD6BD9D-F43E-453B-BD8A-59C8D8339CF3}" type="presParOf" srcId="{B83DAD6D-34E2-453E-A841-7817CC596D57}" destId="{5BE18D77-209B-468A-AB01-921A331F87C5}" srcOrd="0" destOrd="0" presId="urn:microsoft.com/office/officeart/2008/layout/LinedList"/>
    <dgm:cxn modelId="{BC500935-A3EA-4054-8DBD-5022E8E926F5}" type="presParOf" srcId="{B83DAD6D-34E2-453E-A841-7817CC596D57}" destId="{939E83C4-34C5-472C-AA67-12BAD1D815FF}" srcOrd="1" destOrd="0" presId="urn:microsoft.com/office/officeart/2008/layout/LinedList"/>
    <dgm:cxn modelId="{3F9A9B93-935A-4CCE-9CFC-DB2DE2F0AB21}" type="presParOf" srcId="{07C716E2-BD8B-46DF-8CF0-44082E6492F2}" destId="{5D72A48C-5576-47BE-B2F8-6C8436CC6D85}" srcOrd="10" destOrd="0" presId="urn:microsoft.com/office/officeart/2008/layout/LinedList"/>
    <dgm:cxn modelId="{A5B9D129-1EB9-4233-8697-B1FADFBD150E}" type="presParOf" srcId="{07C716E2-BD8B-46DF-8CF0-44082E6492F2}" destId="{9978BCEC-1596-49EB-9E11-941BC4F7D9EE}" srcOrd="11" destOrd="0" presId="urn:microsoft.com/office/officeart/2008/layout/LinedList"/>
    <dgm:cxn modelId="{FCF96837-E9E9-4471-990B-00225C9B3E3B}" type="presParOf" srcId="{9978BCEC-1596-49EB-9E11-941BC4F7D9EE}" destId="{4FBA9668-643F-4A9A-AAC7-45D24F7BA75D}" srcOrd="0" destOrd="0" presId="urn:microsoft.com/office/officeart/2008/layout/LinedList"/>
    <dgm:cxn modelId="{F8F2150D-BC01-4BA5-93D7-FFE0A41ACB2D}" type="presParOf" srcId="{9978BCEC-1596-49EB-9E11-941BC4F7D9EE}" destId="{3F01CF28-7464-42A1-9E86-E6EFD36543DC}" srcOrd="1" destOrd="0" presId="urn:microsoft.com/office/officeart/2008/layout/LinedList"/>
    <dgm:cxn modelId="{78C3901A-1C23-4D0A-A0A2-D937661E2420}" type="presParOf" srcId="{07C716E2-BD8B-46DF-8CF0-44082E6492F2}" destId="{60372676-5FA6-47BE-98A6-B85F056E6083}" srcOrd="12" destOrd="0" presId="urn:microsoft.com/office/officeart/2008/layout/LinedList"/>
    <dgm:cxn modelId="{30445C2E-D4C2-4CF3-89F8-C08394FC698C}" type="presParOf" srcId="{07C716E2-BD8B-46DF-8CF0-44082E6492F2}" destId="{B3C0BEF3-4546-4AF3-AD2E-53E5F04D44F9}" srcOrd="13" destOrd="0" presId="urn:microsoft.com/office/officeart/2008/layout/LinedList"/>
    <dgm:cxn modelId="{27722AA2-6692-4270-B662-3F9CBF66C75B}" type="presParOf" srcId="{B3C0BEF3-4546-4AF3-AD2E-53E5F04D44F9}" destId="{7D5A9497-71DB-473B-80B5-B5F0F3D1FB92}" srcOrd="0" destOrd="0" presId="urn:microsoft.com/office/officeart/2008/layout/LinedList"/>
    <dgm:cxn modelId="{1DA75F95-7B67-4D54-94AA-F1EA80FAEBF7}" type="presParOf" srcId="{B3C0BEF3-4546-4AF3-AD2E-53E5F04D44F9}" destId="{932675ED-10CE-4684-B3E6-650D87034F83}" srcOrd="1" destOrd="0" presId="urn:microsoft.com/office/officeart/2008/layout/LinedList"/>
    <dgm:cxn modelId="{B7B30F9A-DB9A-4774-9C80-B468ECDFC094}" type="presParOf" srcId="{07C716E2-BD8B-46DF-8CF0-44082E6492F2}" destId="{6CCBEDCA-D29A-4AB0-A60E-4DBF1E686857}" srcOrd="14" destOrd="0" presId="urn:microsoft.com/office/officeart/2008/layout/LinedList"/>
    <dgm:cxn modelId="{E86CBB5D-E9D5-466D-BD77-A2DF5241DAA1}" type="presParOf" srcId="{07C716E2-BD8B-46DF-8CF0-44082E6492F2}" destId="{E9C00A07-F75D-4179-A3D4-446C8DDEE6E3}" srcOrd="15" destOrd="0" presId="urn:microsoft.com/office/officeart/2008/layout/LinedList"/>
    <dgm:cxn modelId="{9B67EDD5-1B51-4276-9340-12B417CB1D4B}" type="presParOf" srcId="{E9C00A07-F75D-4179-A3D4-446C8DDEE6E3}" destId="{7C0AF168-46F5-4E24-9A4A-335D91C9516C}" srcOrd="0" destOrd="0" presId="urn:microsoft.com/office/officeart/2008/layout/LinedList"/>
    <dgm:cxn modelId="{0FE5CE7B-5349-4421-A027-8DA39BC8CCEF}" type="presParOf" srcId="{E9C00A07-F75D-4179-A3D4-446C8DDEE6E3}" destId="{73250D33-B83B-471C-A01B-35A14C7CC84D}" srcOrd="1" destOrd="0" presId="urn:microsoft.com/office/officeart/2008/layout/LinedList"/>
    <dgm:cxn modelId="{6DE52F67-E753-4734-88F6-F73C6C592349}" type="presParOf" srcId="{07C716E2-BD8B-46DF-8CF0-44082E6492F2}" destId="{C1838171-4785-4D22-BE47-45B80BB3B926}" srcOrd="16" destOrd="0" presId="urn:microsoft.com/office/officeart/2008/layout/LinedList"/>
    <dgm:cxn modelId="{34A0A1B2-6C44-4347-B5A3-7648C1B37E89}" type="presParOf" srcId="{07C716E2-BD8B-46DF-8CF0-44082E6492F2}" destId="{3DDBF286-A232-4883-B788-68B784D0976D}" srcOrd="17" destOrd="0" presId="urn:microsoft.com/office/officeart/2008/layout/LinedList"/>
    <dgm:cxn modelId="{EFAC6304-786E-41A6-8F76-1013CBE18B7D}" type="presParOf" srcId="{3DDBF286-A232-4883-B788-68B784D0976D}" destId="{82B36319-557F-4D5C-A462-B943E253F955}" srcOrd="0" destOrd="0" presId="urn:microsoft.com/office/officeart/2008/layout/LinedList"/>
    <dgm:cxn modelId="{476F4EED-3059-4406-AF06-19DED4B5C444}" type="presParOf" srcId="{3DDBF286-A232-4883-B788-68B784D0976D}" destId="{FA17327F-6AF3-4524-9A61-2A324280702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0E6635-CF94-4AB5-B5CC-FB0E0C30D89A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99D6C-C299-4894-B7E7-4411A52ECAD4}">
      <dsp:nvSpPr>
        <dsp:cNvPr id="0" name=""/>
        <dsp:cNvSpPr/>
      </dsp:nvSpPr>
      <dsp:spPr>
        <a:xfrm>
          <a:off x="0" y="531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1. Problem Statement</a:t>
          </a:r>
        </a:p>
      </dsp:txBody>
      <dsp:txXfrm>
        <a:off x="0" y="531"/>
        <a:ext cx="10515600" cy="483363"/>
      </dsp:txXfrm>
    </dsp:sp>
    <dsp:sp modelId="{36DFCCB9-4830-4657-A616-3DDD4FC365E7}">
      <dsp:nvSpPr>
        <dsp:cNvPr id="0" name=""/>
        <dsp:cNvSpPr/>
      </dsp:nvSpPr>
      <dsp:spPr>
        <a:xfrm>
          <a:off x="0" y="48389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A4D24-3F36-43DF-B384-E319D31A8B0C}">
      <dsp:nvSpPr>
        <dsp:cNvPr id="0" name=""/>
        <dsp:cNvSpPr/>
      </dsp:nvSpPr>
      <dsp:spPr>
        <a:xfrm>
          <a:off x="0" y="483895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Solution Overview</a:t>
          </a:r>
        </a:p>
      </dsp:txBody>
      <dsp:txXfrm>
        <a:off x="0" y="483895"/>
        <a:ext cx="10515600" cy="483363"/>
      </dsp:txXfrm>
    </dsp:sp>
    <dsp:sp modelId="{3CB30E25-0679-4897-8152-E47818A87AD0}">
      <dsp:nvSpPr>
        <dsp:cNvPr id="0" name=""/>
        <dsp:cNvSpPr/>
      </dsp:nvSpPr>
      <dsp:spPr>
        <a:xfrm>
          <a:off x="0" y="96725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AFFF0-5166-4A5C-A417-EC0BBDF406D8}">
      <dsp:nvSpPr>
        <dsp:cNvPr id="0" name=""/>
        <dsp:cNvSpPr/>
      </dsp:nvSpPr>
      <dsp:spPr>
        <a:xfrm>
          <a:off x="0" y="967259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3. System Architecture</a:t>
          </a:r>
        </a:p>
      </dsp:txBody>
      <dsp:txXfrm>
        <a:off x="0" y="967259"/>
        <a:ext cx="10515600" cy="483363"/>
      </dsp:txXfrm>
    </dsp:sp>
    <dsp:sp modelId="{3D632B6B-70FD-49DE-848F-9657FE0B156C}">
      <dsp:nvSpPr>
        <dsp:cNvPr id="0" name=""/>
        <dsp:cNvSpPr/>
      </dsp:nvSpPr>
      <dsp:spPr>
        <a:xfrm>
          <a:off x="0" y="145062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C0900-6B90-472E-96A3-211FB5648423}">
      <dsp:nvSpPr>
        <dsp:cNvPr id="0" name=""/>
        <dsp:cNvSpPr/>
      </dsp:nvSpPr>
      <dsp:spPr>
        <a:xfrm>
          <a:off x="0" y="1450623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4. Technology Stack</a:t>
          </a:r>
        </a:p>
      </dsp:txBody>
      <dsp:txXfrm>
        <a:off x="0" y="1450623"/>
        <a:ext cx="10515600" cy="483363"/>
      </dsp:txXfrm>
    </dsp:sp>
    <dsp:sp modelId="{0C0FFFD2-9BD0-4B02-8224-324E21C9D061}">
      <dsp:nvSpPr>
        <dsp:cNvPr id="0" name=""/>
        <dsp:cNvSpPr/>
      </dsp:nvSpPr>
      <dsp:spPr>
        <a:xfrm>
          <a:off x="0" y="193398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18D77-209B-468A-AB01-921A331F87C5}">
      <dsp:nvSpPr>
        <dsp:cNvPr id="0" name=""/>
        <dsp:cNvSpPr/>
      </dsp:nvSpPr>
      <dsp:spPr>
        <a:xfrm>
          <a:off x="0" y="1933987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5. Flow Chart</a:t>
          </a:r>
        </a:p>
      </dsp:txBody>
      <dsp:txXfrm>
        <a:off x="0" y="1933987"/>
        <a:ext cx="10515600" cy="483363"/>
      </dsp:txXfrm>
    </dsp:sp>
    <dsp:sp modelId="{5D72A48C-5576-47BE-B2F8-6C8436CC6D85}">
      <dsp:nvSpPr>
        <dsp:cNvPr id="0" name=""/>
        <dsp:cNvSpPr/>
      </dsp:nvSpPr>
      <dsp:spPr>
        <a:xfrm>
          <a:off x="0" y="241735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BA9668-643F-4A9A-AAC7-45D24F7BA75D}">
      <dsp:nvSpPr>
        <dsp:cNvPr id="0" name=""/>
        <dsp:cNvSpPr/>
      </dsp:nvSpPr>
      <dsp:spPr>
        <a:xfrm>
          <a:off x="0" y="2417350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6. Key Features</a:t>
          </a:r>
        </a:p>
      </dsp:txBody>
      <dsp:txXfrm>
        <a:off x="0" y="2417350"/>
        <a:ext cx="10515600" cy="483363"/>
      </dsp:txXfrm>
    </dsp:sp>
    <dsp:sp modelId="{60372676-5FA6-47BE-98A6-B85F056E6083}">
      <dsp:nvSpPr>
        <dsp:cNvPr id="0" name=""/>
        <dsp:cNvSpPr/>
      </dsp:nvSpPr>
      <dsp:spPr>
        <a:xfrm>
          <a:off x="0" y="290071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A9497-71DB-473B-80B5-B5F0F3D1FB92}">
      <dsp:nvSpPr>
        <dsp:cNvPr id="0" name=""/>
        <dsp:cNvSpPr/>
      </dsp:nvSpPr>
      <dsp:spPr>
        <a:xfrm>
          <a:off x="0" y="2900714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7. Demo</a:t>
          </a:r>
        </a:p>
      </dsp:txBody>
      <dsp:txXfrm>
        <a:off x="0" y="2900714"/>
        <a:ext cx="10515600" cy="483363"/>
      </dsp:txXfrm>
    </dsp:sp>
    <dsp:sp modelId="{6CCBEDCA-D29A-4AB0-A60E-4DBF1E686857}">
      <dsp:nvSpPr>
        <dsp:cNvPr id="0" name=""/>
        <dsp:cNvSpPr/>
      </dsp:nvSpPr>
      <dsp:spPr>
        <a:xfrm>
          <a:off x="0" y="338407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AF168-46F5-4E24-9A4A-335D91C9516C}">
      <dsp:nvSpPr>
        <dsp:cNvPr id="0" name=""/>
        <dsp:cNvSpPr/>
      </dsp:nvSpPr>
      <dsp:spPr>
        <a:xfrm>
          <a:off x="0" y="3384078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8. Results &amp; Metrics</a:t>
          </a:r>
        </a:p>
      </dsp:txBody>
      <dsp:txXfrm>
        <a:off x="0" y="3384078"/>
        <a:ext cx="10515600" cy="483363"/>
      </dsp:txXfrm>
    </dsp:sp>
    <dsp:sp modelId="{C1838171-4785-4D22-BE47-45B80BB3B926}">
      <dsp:nvSpPr>
        <dsp:cNvPr id="0" name=""/>
        <dsp:cNvSpPr/>
      </dsp:nvSpPr>
      <dsp:spPr>
        <a:xfrm>
          <a:off x="0" y="386744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36319-557F-4D5C-A462-B943E253F955}">
      <dsp:nvSpPr>
        <dsp:cNvPr id="0" name=""/>
        <dsp:cNvSpPr/>
      </dsp:nvSpPr>
      <dsp:spPr>
        <a:xfrm>
          <a:off x="0" y="3867442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9. Future Enhancements</a:t>
          </a:r>
        </a:p>
      </dsp:txBody>
      <dsp:txXfrm>
        <a:off x="0" y="3867442"/>
        <a:ext cx="10515600" cy="483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6198E-3654-5499-9C79-91767875E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090B9-E25D-05F6-A028-25EAE42A3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1D862-44BF-19EB-180A-2A0A1A1D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B6C7-4ED6-430B-81CD-33655ADA5A3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99106-8588-02C8-EAC0-11160F90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F598-B968-230F-9C6B-B7BE6789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5DA9-31D5-44AC-A93A-78F792C62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0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D83A6-7591-9E1B-6B74-1CFEDF803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06304-0050-C7C1-75A0-C4FB241EC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9B728-562B-E413-C471-E1E45D8B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B6C7-4ED6-430B-81CD-33655ADA5A3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D2BF9-C560-C1C4-CB4C-483B3460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FDD59-B227-C0E8-F6DA-01BAC7A8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5DA9-31D5-44AC-A93A-78F792C62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8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91AA-9216-0FFF-0EFB-67EB498AF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8FA1E-7176-8774-1714-9F78DFEBE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11F76-9401-53E0-DDAC-FECB2F33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B6C7-4ED6-430B-81CD-33655ADA5A3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83AA1-C023-45F1-4546-4BDF6EA2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2924F-57D1-D183-5129-96249110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5DA9-31D5-44AC-A93A-78F792C62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4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B9E19-3D9F-1E3C-FBE5-AD6273D5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82E4E-781C-3976-9E4D-D682B8CD0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73771-F8A3-0314-6CD0-C50FACFD9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B03A5-AC31-6AFF-9884-95E0D99D5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B6C7-4ED6-430B-81CD-33655ADA5A3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2743C-8606-4EF6-FE16-DBA4D6B2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385D9-B9A5-6A61-2B64-DE999E2F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5DA9-31D5-44AC-A93A-78F792C62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1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BA54-701A-763F-B891-A9F12F4C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D481E-46EB-F6B2-3CC1-56ACA397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F7743-AF65-6072-11E7-17219BA43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B4727-1752-DF06-F7B7-D952F49E3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4B433-FE15-0FCE-0ECB-7EC2FD0AD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61C06E-3796-794E-849C-B23C8331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B6C7-4ED6-430B-81CD-33655ADA5A3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D0DDF-AEE8-8D5C-95A1-27A714DC7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6E63E-CD0E-31F9-52A8-F41E297C0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5DA9-31D5-44AC-A93A-78F792C62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66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2199-EF74-2E2D-93A3-405D00F8D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82D060-D17E-EE81-1A75-E10D30A45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B6C7-4ED6-430B-81CD-33655ADA5A3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24A3F-53D9-C185-4F25-C58113AD2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A614F-0DF3-6469-999D-533D9BD5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5DA9-31D5-44AC-A93A-78F792C62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4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8C9A1-9F08-8BF2-055F-744771CC4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B6C7-4ED6-430B-81CD-33655ADA5A3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411D9-40A8-7D84-CBBA-C660761D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98489-574B-D6A1-87DF-2F2398CE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5DA9-31D5-44AC-A93A-78F792C62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22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3ABD-B910-9F2A-5E5E-90A5440A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18264-6E5C-3895-4E8A-45BEF18A2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7A81C-B490-8E2F-9D7B-7AF3EDEC2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194AA-C7EB-142D-452B-FC60C28C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B6C7-4ED6-430B-81CD-33655ADA5A3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2987C-FD26-379F-9EA2-ED7DCE54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4755B-C3E3-6664-5EF1-AAB15437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5DA9-31D5-44AC-A93A-78F792C62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14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3FE7-B116-9EDE-0B1D-88A53329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B34AC3-72B5-2C56-A8B1-4DBEBDA42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44153-70BF-32C1-7F02-BED9DFC5F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BADF5-6E0C-7165-39CB-7DB0005A1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B6C7-4ED6-430B-81CD-33655ADA5A3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54EDD-62A6-FB8A-91C3-94B906B0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403AC-F9CA-8D43-574F-007B846B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5DA9-31D5-44AC-A93A-78F792C62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5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023C8-D35A-74BC-74C1-F258A6E3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A64CA-F504-2155-6E75-F075A467D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A4D11-AD90-36FB-BFA0-D4A0E386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B6C7-4ED6-430B-81CD-33655ADA5A3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9B895-2A73-9187-76A9-5C405F9C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B79C6-8A10-D123-B681-F48AEA65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5DA9-31D5-44AC-A93A-78F792C62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4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199D09-59CD-D182-3B9B-FEE80E490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51C00-A7DC-9F40-6180-DBA03B0C7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7431C-EDAD-B6DE-B7C2-654148E25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B6C7-4ED6-430B-81CD-33655ADA5A3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8EC96-D5E5-AF91-9716-4C5EA54A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471F8-B9CF-22AF-18EF-C92B97D9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5DA9-31D5-44AC-A93A-78F792C62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0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63D65F-1A72-6060-EEAA-4547668F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9BD1F-9BCD-94E4-9841-4885141F6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E8895-91E1-1503-14ED-02BE2FA9D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0DB6C7-4ED6-430B-81CD-33655ADA5A3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CB66E-B5B8-7BC6-80E7-DD46C35A2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9C8AD-F0C8-BEC9-AAF7-39DDBFFC8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255DA9-31D5-44AC-A93A-78F792C62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12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5" name="Rectangle 110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17439-7CEC-09FE-7502-FB7B5B9AC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226" y="921709"/>
            <a:ext cx="6176798" cy="263599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5000" dirty="0"/>
              <a:t>CHAT Application and Analytical Dashboard</a:t>
            </a:r>
            <a:br>
              <a:rPr lang="en-US" sz="3000" dirty="0"/>
            </a:br>
            <a:r>
              <a:rPr lang="en-US" sz="3000" dirty="0"/>
              <a:t>AI-Powered Power Plant Information System</a:t>
            </a:r>
            <a:br>
              <a:rPr lang="en-US" sz="3000" dirty="0"/>
            </a:br>
            <a:br>
              <a:rPr lang="en-US" sz="3000" dirty="0">
                <a:effectLst/>
              </a:rPr>
            </a:br>
            <a:endParaRPr lang="en-US" sz="3000" dirty="0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4F08D-A9FD-959E-CA4E-C40D590C6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br>
              <a:rPr lang="en-US" sz="2200">
                <a:solidFill>
                  <a:srgbClr val="FFFFFF"/>
                </a:solidFill>
              </a:rPr>
            </a:br>
            <a:r>
              <a:rPr lang="en-US" sz="2200">
                <a:solidFill>
                  <a:srgbClr val="FFFFFF"/>
                </a:solidFill>
              </a:rPr>
              <a:t>By:</a:t>
            </a:r>
            <a:br>
              <a:rPr lang="en-US" sz="2200">
                <a:solidFill>
                  <a:srgbClr val="FFFFFF"/>
                </a:solidFill>
              </a:rPr>
            </a:br>
            <a:r>
              <a:rPr lang="en-US" sz="2200">
                <a:solidFill>
                  <a:srgbClr val="FFFFFF"/>
                </a:solidFill>
              </a:rPr>
              <a:t>     </a:t>
            </a:r>
            <a:r>
              <a:rPr lang="en-US" sz="2200" b="1">
                <a:solidFill>
                  <a:srgbClr val="FFFFFF"/>
                </a:solidFill>
              </a:rPr>
              <a:t>Aasiya </a:t>
            </a:r>
            <a:r>
              <a:rPr lang="en-US" sz="2200" b="1" err="1">
                <a:solidFill>
                  <a:srgbClr val="FFFFFF"/>
                </a:solidFill>
              </a:rPr>
              <a:t>Ankali</a:t>
            </a:r>
            <a:br>
              <a:rPr lang="en-US" sz="2200">
                <a:solidFill>
                  <a:srgbClr val="FFFFFF"/>
                </a:solidFill>
              </a:rPr>
            </a:br>
            <a:r>
              <a:rPr lang="en-US" sz="2200">
                <a:solidFill>
                  <a:srgbClr val="FFFFFF"/>
                </a:solidFill>
              </a:rPr>
              <a:t>     </a:t>
            </a:r>
            <a:r>
              <a:rPr lang="en-US" sz="2200" b="1">
                <a:solidFill>
                  <a:srgbClr val="FFFFFF"/>
                </a:solidFill>
              </a:rPr>
              <a:t>Anjana K Raj</a:t>
            </a:r>
            <a:endParaRPr lang="en-US" sz="2200">
              <a:solidFill>
                <a:srgbClr val="FFFFFF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>
              <a:solidFill>
                <a:srgbClr val="FFFFFF"/>
              </a:solidFill>
            </a:endParaRPr>
          </a:p>
        </p:txBody>
      </p:sp>
      <p:pic>
        <p:nvPicPr>
          <p:cNvPr id="1028" name="Picture 4" descr="Human and AI Robot Chat Communication on Mobile App Chatbot Concept 78582706 Vector Art at Vecteezy">
            <a:extLst>
              <a:ext uri="{FF2B5EF4-FFF2-40B4-BE49-F238E27FC236}">
                <a16:creationId xmlns:a16="http://schemas.microsoft.com/office/drawing/2014/main" id="{89834E00-243B-4D7B-FC91-C39B280A2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" r="12204"/>
          <a:stretch>
            <a:fillRect/>
          </a:stretch>
        </p:blipFill>
        <p:spPr bwMode="auto">
          <a:xfrm>
            <a:off x="6741250" y="463404"/>
            <a:ext cx="4828335" cy="555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3" name="Rectangle 1112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64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D45D-476B-5015-6ADF-A554253C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1A1E6A-A967-86EA-7EA6-ED1B64A1B0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974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91D3-0969-15CA-D530-3BE9A038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D08B93-C98D-A668-B24D-0FB59941F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670" y="1896417"/>
            <a:ext cx="5263527" cy="470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85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0C71D-A022-0DA5-A6A9-BC553A4D1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85" y="0"/>
            <a:ext cx="10515600" cy="1325563"/>
          </a:xfrm>
        </p:spPr>
        <p:txBody>
          <a:bodyPr/>
          <a:lstStyle/>
          <a:p>
            <a:r>
              <a:rPr lang="en-US" dirty="0"/>
              <a:t>Flow Chart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9671254-97E8-736C-2818-42A3C3168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53" y="1325563"/>
            <a:ext cx="11794407" cy="522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164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CHAT Application and Analytical Dashboard AI-Powered Power Plant Information System  </vt:lpstr>
      <vt:lpstr>Agenda</vt:lpstr>
      <vt:lpstr>Architecture Diagram</vt:lpstr>
      <vt:lpstr>Flow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Ankali, Aasiya (FT D AA IN DTS SES TS)</dc:creator>
  <cp:lastModifiedBy>Ankali, Aasiya (FT D AA IN DTS SES TS)</cp:lastModifiedBy>
  <cp:revision>3</cp:revision>
  <dcterms:created xsi:type="dcterms:W3CDTF">2026-07-21T06:50:57Z</dcterms:created>
  <dcterms:modified xsi:type="dcterms:W3CDTF">2026-07-21T07:45:38Z</dcterms:modified>
</cp:coreProperties>
</file>